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137160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2926080"/>
            <a:ext cx="1280160" cy="1280160"/>
          </a:xfrm>
          <a:prstGeom prst="ellipse">
            <a:avLst/>
          </a:prstGeom>
          <a:solidFill>
            <a:srgbClr val="EA580C">
              <a:alpha val="35000"/>
            </a:srgbClr>
          </a:solidFill>
          <a:ln w="12700">
            <a:solidFill>
              <a:srgbClr val="EA580C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22960"/>
            <a:ext cx="31089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STATISTICS | 7 BUSINESS PROBLEMS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</a:t>
            </a:r>
            <a:endParaRPr lang="en-US" sz="4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Analyzer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My Order Always Late?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5029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Nitish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CSE 2025, GIET Rajamahendravaram   |   Data Analytics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64592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4206240"/>
            <a:ext cx="1188720" cy="256032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BUSINESS PROBLEMS — 3 DOMAINS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46120" y="868680"/>
            <a:ext cx="27432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868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HR Analytics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868680"/>
            <a:ext cx="274320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8686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Fleet Mgmt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98448"/>
            <a:ext cx="20116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298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Distribution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17190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 Dev, Skewness — baseline stats for all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50592" y="12984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298448"/>
            <a:ext cx="20116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2450592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62072" y="1298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on Delays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42032" y="17190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weather condition adds most extra time vs Sunny baseline?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2984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298448"/>
            <a:ext cx="2011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26864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38344" y="1298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Rating vs Speed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18304" y="17190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higher star rating = faster delivery? Correlation analysis.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12984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298448"/>
            <a:ext cx="20116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14616" y="12984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— Extreme Delays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94576" y="17190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to find extreme delay orders causing most complaints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1272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127248"/>
            <a:ext cx="2011680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31272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5800" y="31272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Type Performance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35478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vs Urban vs Semi-Urban — which city needs different SLA?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50592" y="31272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50592" y="3127248"/>
            <a:ext cx="201168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2450592" y="31272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862072" y="31272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Age vs Speed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542032" y="35478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 group delivers fastest? HR training decisions.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3127248"/>
            <a:ext cx="2011680" cy="16276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26864" y="3127248"/>
            <a:ext cx="201168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4626864" y="31272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38344" y="312724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Efficiency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18304" y="3547872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vehicle wins at short vs long distance? Fleet 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PROBLEMS (P1–P4)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Consistency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vs reality gap — high std dev = unpredictable service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18288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data-driven SLA targets based on actual distribution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50592" y="914400"/>
            <a:ext cx="201168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914400"/>
            <a:ext cx="20116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450592" y="9601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P2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44952" y="100584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ignores weather — same ETA shown during rain and sunshine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42032" y="2926080"/>
            <a:ext cx="18288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2542032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42032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dynamic ETA — adjust estimate based on conditions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914400"/>
            <a:ext cx="201168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914400"/>
            <a:ext cx="20116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626864" y="9601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21224" y="100584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Rating vs Speed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18304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link between rating and actual speed — HR flying blind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18304" y="2926080"/>
            <a:ext cx="18288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18304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incentive system + targeted training program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803136" y="914400"/>
            <a:ext cx="2011680" cy="4005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03136" y="914400"/>
            <a:ext cx="20116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6803136" y="96012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97496" y="100584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— Extreme Delays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94576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17373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5-8% of orders cause majority of complaints — caught too late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94576" y="2926080"/>
            <a:ext cx="18288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894576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94576" y="324612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risk-scoring system to flag and proactively communicate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UNIQUE PROBLEMS (P5–P7)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164592"/>
            <a:ext cx="914400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0" y="1645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UNIQUE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601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P5 — City Type Performance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560320" cy="201168"/>
          </a:xfrm>
          <a:prstGeom prst="rect">
            <a:avLst/>
          </a:prstGeom>
          <a:solidFill>
            <a:srgbClr val="EA580C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/ Strategy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Which city type — Metro, Urban, or Semi-Urban — has the worst delivery performance?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Operations teams make city-level resource decisions. Metro ≠ Semi-Urban — one strategy cannot work for both.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1821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groupby(City) → avg time, std dev per city type. Box plot for full distribution comparison.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822192"/>
            <a:ext cx="2560320" cy="347472"/>
          </a:xfrm>
          <a:prstGeom prst="rect">
            <a:avLst/>
          </a:prstGeom>
          <a:solidFill>
            <a:srgbClr val="EA580C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822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City-specific SLA framework. Metro may need more partners per km. Semi-urban needs route tools.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18688" y="914400"/>
            <a:ext cx="274320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914400"/>
            <a:ext cx="2743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310128" y="9601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P6 — Partner Age vs Speed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0128" y="1463040"/>
            <a:ext cx="2560320" cy="20116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1463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Does delivery partner age affect speed? Which age group delivers fastest?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450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HR teams need data for hiring decisions and targeted training design. Gut feel is not enough.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31821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Correlation(age, time) + groupby(age_bucket: 18-25, 25-30, 30-35, 35+)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822192"/>
            <a:ext cx="2560320" cy="347472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3822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Age-targeted training: younger partners → customer service, older → route optimization tools.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914400"/>
            <a:ext cx="2743200" cy="4041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91440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254496" y="96012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 P7 — Vehicle Type Efficiency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54496" y="1463040"/>
            <a:ext cx="2560320" cy="201168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1463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Which vehicle type is most efficient — and does it change with delivery distance?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24505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unique: Assigning wrong vehicle to wrong distance wastes time and fuel. Data-driven fleet allocation saves both.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31821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groupby(vehicle_type) + cross-analysis: vehicle performance at short/medium/long distance ranges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3822192"/>
            <a:ext cx="2560320" cy="347472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38221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Vehicle-distance matching rules: bicycle &lt;3km, bike/scooter 3-10km, larger vehicles 10km+.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METHODS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486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&amp; Median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109728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 / ~25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93008" y="96012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baseline delivery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18488"/>
            <a:ext cx="5486400" cy="59436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618488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6184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1755648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755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93008" y="1618488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consistency measure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76856"/>
            <a:ext cx="5486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276856"/>
            <a:ext cx="54864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2768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+ Outliers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2414016"/>
            <a:ext cx="1097280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241401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min IQR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93008" y="2276856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— extreme delay detection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35224"/>
            <a:ext cx="5486400" cy="59436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935224"/>
            <a:ext cx="54864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93522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072384"/>
            <a:ext cx="109728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30723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 to 0.7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2935224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P3, P6 — rating &amp; age vs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54864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3593592"/>
            <a:ext cx="54864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593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Aggregation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0" y="3730752"/>
            <a:ext cx="1097280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Text 30"/>
          <p:cNvSpPr/>
          <p:nvPr/>
        </p:nvSpPr>
        <p:spPr>
          <a:xfrm>
            <a:off x="2286000" y="37307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93008" y="35935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 P5, P6, P7 — category compare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5486400" cy="59436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4251960"/>
            <a:ext cx="54864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" y="42519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0" y="4389120"/>
            <a:ext cx="109728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0" y="4389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 (right)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93008" y="42519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confirms outliers exist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960120"/>
            <a:ext cx="2834640" cy="400507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035040" y="10241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→ Methods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172200" y="1463040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6172200" y="146304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83680" y="146304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Std, Skew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72200" y="1947672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172200" y="19476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83680" y="194767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groupby(weather) + bar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2432304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243230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583680" y="2432304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corr(rating, time) + scatter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72200" y="2916936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6172200" y="29169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83680" y="291693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172200" y="3401568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Text 53"/>
          <p:cNvSpPr/>
          <p:nvPr/>
        </p:nvSpPr>
        <p:spPr>
          <a:xfrm>
            <a:off x="6172200" y="340156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83680" y="340156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groupby(city) + boxplot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72200" y="3886200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38862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83680" y="388620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corr(age, time) + groups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4370832"/>
            <a:ext cx="3657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1" name="Text 59"/>
          <p:cNvSpPr/>
          <p:nvPr/>
        </p:nvSpPr>
        <p:spPr>
          <a:xfrm>
            <a:off x="6172200" y="43708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583680" y="437083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groupby(vehicle × distance)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— ALL 7 PROBLEMS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P1 Distribution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≈ 26 min, Std ≈ 5 min. Positive skew — outliers pulling average up.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201168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542032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P2 Weather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42032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Rainy/Foggy adds 20-35% extra vs Sunny. Sandstorm = worst case.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14400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P3 Rating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18304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 — higher rated partners deliver faster on avg.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03136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914400"/>
            <a:ext cx="201168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894576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P4 Outliers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94576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~5-8% of orders are extreme delays generating most complaints.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07792"/>
            <a:ext cx="274320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953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P5 City Type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difference between city types — one SLA doesn't fit all.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18688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907792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2953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P6 Partner Age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correlation reveals which group needs most training support.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63056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63056" y="2907792"/>
            <a:ext cx="2743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254496" y="2953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 P7 Vehicle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54496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efficiency varies by distance — wrong match = wasted time.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DATA-DRIVEN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011680" cy="3840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R1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SLA Targets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delivery time promises based on actual distribution data, not guesswork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14400"/>
            <a:ext cx="201168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 R2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960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ETA System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42032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weather API — auto-add X minutes to ETA during rain/fog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14400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75504" y="960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Incentive Program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for top performers. Training for low-rated/slow partners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03136" y="914400"/>
            <a:ext cx="20116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14400"/>
            <a:ext cx="201168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9144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R4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51776" y="960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Alert System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94576" y="138988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orders early — proactive customer communication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07792"/>
            <a:ext cx="2743200" cy="3840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9077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 R5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City-Specific SLA Framework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ETA promises + resource allocation per city type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2907792"/>
            <a:ext cx="274320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3218688" y="29077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67328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Age-Targeted Training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10128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training programs based on age group performance data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2907792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2907792"/>
            <a:ext cx="27432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29077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🏍 R7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11696" y="2953512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Vehicle-Distance Matching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54496" y="33832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vehicle types by distance zone — bicycle &lt;3km, bike 3-10km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33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47472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7830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analysis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9601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033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23744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17830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Library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23744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group, analyse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960120"/>
            <a:ext cx="20116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1033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00016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17830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Library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0016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arrays, polyfit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03136" y="9601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3136" y="960120"/>
            <a:ext cx="201168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6803136" y="1033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76288" y="1508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17830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Library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19842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save all charts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7889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78892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47472" y="33375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" y="3611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Charts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38130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histplot, boxplot, heatmap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50592" y="27889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50592" y="2788920"/>
            <a:ext cx="20116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2450592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523744" y="33375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23744" y="3611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Library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23744" y="38130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Skewness, kurtosis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26864" y="27889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26864" y="2788920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4626864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4700016" y="33375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0016" y="3611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0016" y="38130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notebook in VS Code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2788920"/>
            <a:ext cx="20116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03136" y="2788920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8" name="Text 46"/>
          <p:cNvSpPr/>
          <p:nvPr/>
        </p:nvSpPr>
        <p:spPr>
          <a:xfrm>
            <a:off x="6803136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6876288" y="33375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76288" y="361188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76288" y="3813048"/>
            <a:ext cx="1874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45,000+ real delivery records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1508760"/>
          </a:xfrm>
          <a:prstGeom prst="rect">
            <a:avLst/>
          </a:prstGeom>
          <a:solidFill>
            <a:srgbClr val="065A82">
              <a:alpha val="6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00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Operations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Weather, Outliers, City Type — 4 operational insights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508760"/>
            <a:ext cx="2697480" cy="150876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00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HR Analytics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02996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Rating vs Speed, Partner Age vs Speed — 2 HR insights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508760"/>
            <a:ext cx="2697480" cy="1508760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0020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Fleet Mgmt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72200" y="202996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Type Efficiency by distance range — 1 fleet insight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2011680" cy="804672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36393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96312" y="3200400"/>
            <a:ext cx="2011680" cy="804672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496312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496312" y="36393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Created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72584" y="3200400"/>
            <a:ext cx="2011680" cy="804672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72584" y="36393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Methods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48856" y="3200400"/>
            <a:ext cx="2011680" cy="804672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48856" y="321868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48856" y="36393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133088"/>
            <a:ext cx="8229600" cy="566928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1330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Answer: </a:t>
            </a:r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analyzed 45,000+ food delivery orders across 7 business problems covering operations, HR, and fleet management — giving data-driven recommendations to reduce delays."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Delay Analyzer</dc:title>
  <dc:subject>PptxGenJS Presentation</dc:subject>
  <dc:creator>Nitish</dc:creator>
  <cp:lastModifiedBy>Nitish</cp:lastModifiedBy>
  <cp:revision>1</cp:revision>
  <dcterms:created xsi:type="dcterms:W3CDTF">2026-03-09T05:40:19Z</dcterms:created>
  <dcterms:modified xsi:type="dcterms:W3CDTF">2026-03-09T05:40:19Z</dcterms:modified>
</cp:coreProperties>
</file>